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AF4BD-A19A-4704-6B3A-2B7E77A4B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2F6213-E761-AA5A-A2AB-6CE2EA3D4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38ACC3-C852-3175-7DC3-14D31358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F37FB6-6750-7778-39CD-203D031B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067104-2DCD-CD2B-E2CC-B59DDEBC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95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50B53C-7DD8-998E-1CE0-553464115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FE7F1C-16AF-96FD-F212-40D5BB72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672BFE-5C38-1204-ABA1-57EB95C1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55D096-BCA7-7DFF-E0EC-A6ACF785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648E54-7CB5-EA1A-847B-0EE9A86C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14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B3F6D-1A9E-599C-89C8-78FB9272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144E0F-54F5-AA20-86EE-9E05551C2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342962-94A2-0C51-4D06-A02881BF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CD768C-0AE2-5E21-1084-B98AE1BE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BD2B79-1843-B284-E191-FBEF62EB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4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4BE13A-BAF2-2C0F-0EA2-96CE8AA3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43347A-1C67-3285-BB82-AA613D839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EE1CA6-6578-44FC-7F06-68C24412F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90E6A3-8AD1-C902-E8A8-D0F1D911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EF5FEC-5A7C-E13E-AE2D-C95AA7E8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A30A94-153D-6466-0EAC-C368406D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52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A4F5C6-27B5-F036-25E6-1E9B25E4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19EEDF-A52E-2AE1-A734-0F4DCF630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1A71A2-9311-1DD1-9742-EC771E0AA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971A5E-8C6D-F595-0BD4-D59825B37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980BB14-833B-E569-08AA-64B85A15B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2F0BD0-46F6-D698-EC05-128D04DF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EDD87E1-76FA-6C97-7DA7-1A172E56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F94C30-C21A-6C45-575F-F4DDCEA4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0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7D9E7A-30FB-D4EA-E306-CB76E206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D24AB0-2257-C425-6E7F-90F0D1DC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8309F1D-C4E8-DFE4-369C-7F1EAA97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BD725A-1B23-F503-6316-6B881743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07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DD9451-DF2C-668F-1E54-A735BC00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D3E8BEE-3F63-F748-5F25-C1FD9C40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2FF138-375D-F080-C032-2239E750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36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A6BFE2-83D4-A237-8C87-894C36A5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51679E-3533-402A-1E4E-DBBDC3310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AF4CD0-DA9A-77A7-FEB8-B7A64F945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5A67C9-E937-A9BB-8B85-05F55265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D7209E-E692-0E1A-1A16-418B770B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AA55DB-62F1-84E2-62F4-1160B690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61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38F9F-197E-8A09-471E-1248327F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07A82C-BB35-A93A-1748-47201DB19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938033-C3B3-6EAB-89E3-ABE093FEA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C8337D-6F38-A18C-3974-DD609284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16EC19-7F02-6B98-9286-48258CCD6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176CEB-44AD-6A4F-F84A-9080AD5E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19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6D639-3E67-8B76-9B90-987DC294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8CE53C-746C-36BF-27B6-459FFA297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4FB0B6-3099-40C7-C905-DF70256F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117B89-A011-CBEC-5851-BD6816A3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B2FA13-EBFC-1E70-56D1-7583174D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4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4BC9463-57F7-9F9B-B8C2-3527623F0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D3AB60-465C-AED1-24C7-8F8EAD153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CBF1E8-6D5B-D8CA-B464-9EDBFF3F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CCEC4B-DC61-F995-81CA-E98E45AF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B1B99F-FD8A-80F5-E180-F4D8E774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66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5DC1D5-AEE9-1BB6-0CAD-EC7AA59D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E841B2-FABC-2A5B-829A-9534478F1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9C4552-27DF-F012-0036-8852220B0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9F1AF-A01A-4B49-9EA0-9677E6D361B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96837A-4B57-D801-C79C-C4AC2EDEB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72FD-5756-8D1C-94E7-5AC29B998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98810-9DA8-444C-9ECE-02877CDA4B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64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90C5B-9BE1-65AE-A866-73AE6AF37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5D8228-4192-E3BD-BC84-9824801AB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20C39E5B-ED5B-530E-C923-7896ED7D3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45" y="1276049"/>
            <a:ext cx="10278909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2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1BACFADB-54FD-FA27-3766-1CE784E51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990" y="365125"/>
            <a:ext cx="9230020" cy="5197908"/>
          </a:xfrm>
        </p:spPr>
      </p:pic>
    </p:spTree>
    <p:extLst>
      <p:ext uri="{BB962C8B-B14F-4D97-AF65-F5344CB8AC3E}">
        <p14:creationId xmlns:p14="http://schemas.microsoft.com/office/powerpoint/2010/main" val="331978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2</cp:revision>
  <dcterms:created xsi:type="dcterms:W3CDTF">2026-06-09T07:40:25Z</dcterms:created>
  <dcterms:modified xsi:type="dcterms:W3CDTF">2026-06-09T07:41:24Z</dcterms:modified>
</cp:coreProperties>
</file>