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485178-78C5-ED6C-D40B-0ED362AB3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3BE2BA-6CE3-FD7F-F738-84592E5C9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378840-172A-D09C-3DAF-BC7F38F6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68FC8D-6C18-5A6E-EE71-8B62C718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D79635-3D22-407C-9578-EEBBCA50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37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12ED8-0CF6-8794-6F50-029F9992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3A8A11-6F00-312C-5B0B-58B3F826E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FE3542-854A-0E54-D8FB-9B2245AB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F6BC3A-E5BA-B95B-4230-38D378BA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491882-E888-0D89-07DD-BAEFAFAF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43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F58CC2-4E4A-ECF7-4AD5-E6D5D9A3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1CEE0E-1735-8EB0-5215-A78F5CD5D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EDF0D4-14A0-509A-46F1-E05359E8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E4B40C-A8FF-DA91-523F-A8359159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C57686-EE29-C3FB-1847-DCAFE23D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71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2D12B-21F5-7D47-FF8E-347C2A5A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0FCEB-789E-6FCF-DDE3-B241230C2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64E946-A878-57EF-B5AA-E051DD50F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54D52E-F30A-BBA1-6422-0CEE4ACF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0EE930-CA6D-AB77-B9E2-FDB9F264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884A8A-0450-5B0E-FB81-A27457BD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33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7DA9E-03C0-E8FB-96F2-8D6B2966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A25C0C-1D66-2DF9-6C6A-2D652D14E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E643FD-D662-45E6-693D-152F9F6E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FB8EDD-1597-64D0-2A31-6E466FAB6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36480D0-420A-81DB-DEB6-0159D1B64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B30F0D2-23A6-14E2-1653-92407A28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75AC06A-6867-718D-6667-3F94C6BB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EC7500-6530-8466-1CBA-C8E1E33A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5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BB9D28-1C90-849D-B420-AA8C7963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B0DC94D-FD7F-D1B7-589B-FA677A61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77EFF4-D921-E306-A2C4-8CD1F37F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C12CBF-F7C9-F98C-7C44-727F17F6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44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CF417B1-0E19-0A86-C605-D8302591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C08D85-6769-02F2-A2C2-5859076C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904464-32FF-B79A-46E1-E4323180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8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1BC87F-4F52-B261-B1ED-63F32F9A6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CDBD4D-98C0-3DF6-9D3B-51821108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A20F9C-8DF7-6494-38F6-A8F951B4B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AE5F7A-8D10-812B-CEC6-C46A8444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8A9CAA-E92F-8393-CBEF-B9CAC78C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0FA5C5B-92D3-6DAA-69C6-ECDA4A85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323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CDEAE8-7B9F-1BAD-2248-8F10CAA9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8CACE89-F656-AE59-B516-318699CF9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007AA4-128F-C021-961B-56CBF7774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6CCBF1-9650-D5BE-C52E-1AECF8ED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A11E996-4E30-3A2B-7D39-233B3311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F34F4F-B35C-BD95-C221-7708073B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97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E0DBE-4642-BD3C-343F-3FFF2B35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707024-90F5-A8A3-4B0A-8F3AE17B3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D80065-37BC-59EE-407F-4AEB2670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6F25DA-402D-3FC6-AA5B-74FCB203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B54DB7-268D-D85A-FFC9-C8761AE9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5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73251F-3F36-1413-526A-F3173B64F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EFB31D-B1FC-D500-9409-3215A9769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6A25BA-A432-AEC0-4269-7C63590F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9061EF-4249-4CE5-0A25-A95A50A4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49C4FC-76A6-E65E-7C55-B9C54B15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85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78198BC-9E8C-3674-8075-14B9D32D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A53CC2-09A7-8FC6-53AA-65667F71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07F6BB-15A6-466C-C9BC-24EE89CEA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1965B-0295-468E-99B7-3E5B4BF5A485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9241E0-8775-1B3F-9325-5B2E6D1FC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F9083D-E813-8ECE-A80C-468F69773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BE8BD-48F8-4A79-B7C5-6D7B0F8B67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32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港口照片- 下載免費高品質圖片| Magnific （前稱Freepik）">
            <a:extLst>
              <a:ext uri="{FF2B5EF4-FFF2-40B4-BE49-F238E27FC236}">
                <a16:creationId xmlns:a16="http://schemas.microsoft.com/office/drawing/2014/main" id="{863E747B-8CFA-F88A-2713-2015A12C8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79" y="3853873"/>
            <a:ext cx="4304146" cy="241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在海上的風暴向量圖形及更多暴風雨圖片- 暴風雨, 海, 雨- iStock">
            <a:extLst>
              <a:ext uri="{FF2B5EF4-FFF2-40B4-BE49-F238E27FC236}">
                <a16:creationId xmlns:a16="http://schemas.microsoft.com/office/drawing/2014/main" id="{3074F070-918D-E3C6-36D9-20069E691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78" y="671155"/>
            <a:ext cx="4304147" cy="240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資策會數位轉型研究院─FIND中心">
            <a:extLst>
              <a:ext uri="{FF2B5EF4-FFF2-40B4-BE49-F238E27FC236}">
                <a16:creationId xmlns:a16="http://schemas.microsoft.com/office/drawing/2014/main" id="{17A88277-D389-6240-B852-3575C4094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581" y="627950"/>
            <a:ext cx="3889934" cy="2944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8F503FD-3F37-BB8F-A83D-49EFD467A100}"/>
              </a:ext>
            </a:extLst>
          </p:cNvPr>
          <p:cNvSpPr txBox="1"/>
          <p:nvPr/>
        </p:nvSpPr>
        <p:spPr>
          <a:xfrm>
            <a:off x="1717964" y="25861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因為天氣或意外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F2E64A-2AED-58A3-D90E-6F750A64F81B}"/>
              </a:ext>
            </a:extLst>
          </p:cNvPr>
          <p:cNvSpPr txBox="1"/>
          <p:nvPr/>
        </p:nvSpPr>
        <p:spPr>
          <a:xfrm>
            <a:off x="1985818" y="34290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導致港口堵塞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3FCC39-1B42-BF7F-15D0-EE7216913B59}"/>
              </a:ext>
            </a:extLst>
          </p:cNvPr>
          <p:cNvSpPr txBox="1"/>
          <p:nvPr/>
        </p:nvSpPr>
        <p:spPr>
          <a:xfrm>
            <a:off x="8170383" y="2586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需要</a:t>
            </a:r>
          </a:p>
        </p:txBody>
      </p:sp>
      <p:pic>
        <p:nvPicPr>
          <p:cNvPr id="1032" name="Picture 8" descr="ETA、ETD、ATA、ATD 是什麼？必知的國際物流時間術語">
            <a:extLst>
              <a:ext uri="{FF2B5EF4-FFF2-40B4-BE49-F238E27FC236}">
                <a16:creationId xmlns:a16="http://schemas.microsoft.com/office/drawing/2014/main" id="{07ADEB35-6026-39E4-1243-0D10F8B58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287" y="3740850"/>
            <a:ext cx="4234521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82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</Words>
  <Application>Microsoft Office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2026-06-02T07:17:06Z</dcterms:created>
  <dcterms:modified xsi:type="dcterms:W3CDTF">2026-06-02T08:05:08Z</dcterms:modified>
</cp:coreProperties>
</file>